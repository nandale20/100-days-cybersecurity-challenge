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Roboto Slab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61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Cryptographic Failures: Practical Case Studies for Penetration Testers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Concise technical briefing for final-year B.Tech students specialising in penetration testing and entry-level cybersecurity interviewers. Focus: implementation and management failures (not cryptanalysis). Real incidents from 2024–2026 as interview-ready case studies.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22646"/>
            <a:ext cx="1616035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224504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2190631"/>
            <a:ext cx="10716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639616"/>
            <a:ext cx="80901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"Cryptographic Failures" Means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35467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Cryptographic failures occur when systems using encryption, hashing, or signing are misconfigured, improperly implemented, or poorly managed — enabling credential theft, data leakage, or integrity loss without breaking the underlying math.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52770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4253" y="452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644253" y="501812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usage of APIs, weak parameters (low iterations), or missing nonces/IVs.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893" y="4527709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86356" y="452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Management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086356" y="501812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Exposed keys, hard-coded secrets, inadequate rotation or access controls.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77995" y="4527709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28459" y="4527709"/>
            <a:ext cx="28788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Operational Exposure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528459" y="501812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Backups, logs, or source code leaked with ciphertext or hashes enabling offline attacks.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42398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Case Study 1 — Internet Archive (Oct 2024): Weak Hashing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51651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exfiltrated user data for ~31M accounts. Passwords were hashed with Bcrypt, but failures in parameter selection and exposure turned them vulnerable to offline cracking.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860369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204460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5143857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failure: weak cost (work factor) + exposed database and code allowing targeted offline brute-force.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1693783"/>
            <a:ext cx="828413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Breakdown — Why Bcrypt Alone Wasn't Enough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3054548"/>
            <a:ext cx="828413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Bcrypt is CPU-bound but requires a sufficiently high cost factor to resist modern parallel cracking on GPUs/ASICs.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If salts are reused, missing, or predictable, attackers can precompute targeted tables.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Exposure of source code revealed hashing parameters and allowed attackers to optimise cracking strategies.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559981" y="5436037"/>
            <a:ext cx="828413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factor too low → faster brute force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Insufficient unique salt per account → attacker's advantage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Leaked config + hash dump → offline, scalable attacks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4491"/>
            <a:ext cx="113343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Interview-Focused Takeaways (How to Explain This)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6150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69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 root cause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18338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"Bcrypt is broken" — rather poor parameterisation and operational exposure.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6150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5973008" y="3692962"/>
            <a:ext cx="28604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Demonstrable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4183380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 cracking converts hashed dumps into valid credentials used for account takeover and credential stuffing.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6150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10415111" y="3692962"/>
            <a:ext cx="34151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Resumable talking points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418338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mitigations, detection, and testing you would perform during a pentest.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959" y="1532453"/>
            <a:ext cx="7660481" cy="454652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778" y="2643699"/>
            <a:ext cx="652129" cy="6521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816770" y="502438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Protect</a:t>
            </a:r>
            <a:endParaRPr lang="en-US" sz="2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368" y="2644921"/>
            <a:ext cx="652130" cy="65213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16929" y="502438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Harden</a:t>
            </a:r>
            <a:endParaRPr lang="en-US" sz="2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0528" y="2644921"/>
            <a:ext cx="652130" cy="65213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77961" y="5024383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Assess</a:t>
            </a:r>
            <a:endParaRPr lang="en-US" sz="2300" dirty="0"/>
          </a:p>
        </p:txBody>
      </p:sp>
      <p:sp>
        <p:nvSpPr>
          <p:cNvPr id="9" name="Text 3"/>
          <p:cNvSpPr/>
          <p:nvPr/>
        </p:nvSpPr>
        <p:spPr>
          <a:xfrm>
            <a:off x="793790" y="63341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remediation path used by incident responders and secure engineers — useful for checklist answers in interviews.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02963"/>
            <a:ext cx="8284131" cy="46236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1172170"/>
            <a:ext cx="420516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Pentest Checklist: What to Test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9638943" y="2532936"/>
            <a:ext cx="4205168" cy="467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hashing algorithms and parameters (work factor, iterations)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per-account unique, cryptographically-random salts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repos/backups/logs for leaked secrets, config files, or hash dumps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Attempt realistic offline cracking on sampled hashes (ethics &amp; scope permitting)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secure password reset flows and MFA adoption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467570"/>
            <a:ext cx="4196358" cy="3294340"/>
          </a:xfrm>
          <a:prstGeom prst="roundRect">
            <a:avLst>
              <a:gd name="adj" fmla="val 1033"/>
            </a:avLst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694384"/>
            <a:ext cx="680442" cy="68044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881432"/>
            <a:ext cx="306110" cy="3061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360164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Mitigation — Strong Defaults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444638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high cost factors by default; document acceptable ranges and review annually.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216962" y="2467570"/>
            <a:ext cx="4196358" cy="3294340"/>
          </a:xfrm>
          <a:prstGeom prst="roundRect">
            <a:avLst>
              <a:gd name="adj" fmla="val 1033"/>
            </a:avLst>
          </a:prstGeom>
          <a:solidFill>
            <a:srgbClr val="E9ECF2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776" y="2694384"/>
            <a:ext cx="680442" cy="68044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2881432"/>
            <a:ext cx="306110" cy="30611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43776" y="360164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Mitigation — Key &amp; Secret Hygiene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443776" y="444638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hard-coded secrets; use managed KMS and enforce rotation policies.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9640133" y="2467570"/>
            <a:ext cx="4196358" cy="3294340"/>
          </a:xfrm>
          <a:prstGeom prst="roundRect">
            <a:avLst>
              <a:gd name="adj" fmla="val 1033"/>
            </a:avLst>
          </a:prstGeom>
          <a:solidFill>
            <a:srgbClr val="E9ECF2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948" y="2694384"/>
            <a:ext cx="680442" cy="68044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4114" y="2881432"/>
            <a:ext cx="306110" cy="30611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66948" y="3601641"/>
            <a:ext cx="30337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Mitigation — Detection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866948" y="40920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dark web, alert on new dumps, and instrument telemetry for abnormal access patterns.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968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To Frame This on Your Resume / In Interviews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683794"/>
            <a:ext cx="7556421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Context: "Investigated Internet Archive breach (Oct 2024) — analysed password storage and exposure."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 "Performed configuration review, identified low Bcrypt cost and salt weaknesses; simulated offline cracking in lab."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 "Proposed migration plan to Argon2id with phased re-hash and improved key management; prepared incident detection playbook."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Final Notes — Practical, Testable, Defendable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discussing cryptographic failures: be precise about the implementation fault, quantify the exposure, propose measurable mitigations, and describe testing steps you would perform during a pentest. These specifics demonstrate both technical depth and practical readiness for entry-level roles.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Custom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 Slab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2026-02-24T10:36:48Z</dcterms:created>
  <dcterms:modified xsi:type="dcterms:W3CDTF">2026-02-24T10:39:54Z</dcterms:modified>
</cp:coreProperties>
</file>