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</p:embeddedFont>
    <p:embeddedFont>
      <p:font typeface="Roboto Slab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80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4665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Master the Swiss Army Knife of Web Pentesting: Burp Suite 101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131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you're serious about Web Application Security, there is one tool you simply cannot ignore: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Suite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29411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you are a </a:t>
            </a:r>
            <a:r>
              <a:rPr lang="en-US" sz="17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 Bounty Hunter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a </a:t>
            </a:r>
            <a:r>
              <a:rPr lang="en-US" sz="17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Engineer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mastering the proxy is your first step to finding critical vulnerabilities. Here is a quick breakdown of how to get up and running: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1219"/>
            <a:ext cx="5670590" cy="731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1️⃣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The Setup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16486"/>
            <a:ext cx="4196358" cy="2781776"/>
          </a:xfrm>
          <a:prstGeom prst="roundRect">
            <a:avLst>
              <a:gd name="adj" fmla="val 122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346966"/>
            <a:ext cx="4135398" cy="680442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1051084" y="4254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74464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the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 Edition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(it's free!).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316486"/>
            <a:ext cx="4196358" cy="2781776"/>
          </a:xfrm>
          <a:prstGeom prst="roundRect">
            <a:avLst>
              <a:gd name="adj" fmla="val 122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47442" y="3346966"/>
            <a:ext cx="4135398" cy="680442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5474256" y="4254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Proxy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4744641"/>
            <a:ext cx="3681770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your browser (or use the built-in Burp browser) to route traffic through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127.0.0.1:8080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316486"/>
            <a:ext cx="4196358" cy="2781776"/>
          </a:xfrm>
          <a:prstGeom prst="roundRect">
            <a:avLst>
              <a:gd name="adj" fmla="val 122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0613" y="3346966"/>
            <a:ext cx="4135398" cy="680442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9897427" y="4254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Certificates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97427" y="474464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the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CA certificate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 you can intercept HTTPS traffic without errors.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3030"/>
            <a:ext cx="6053614" cy="731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2️⃣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Intercepting Traffic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54831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681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 to the Proxy Tab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17206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Navigate to the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Proxy Tab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Intercept is ON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15715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042529"/>
            <a:ext cx="33629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Refresh Your Target Page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53294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Refresh your target page.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76599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403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Magic Happens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893832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now see the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HTTP request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it hits the server.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where the magic happens.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4338"/>
            <a:ext cx="7484388" cy="731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3️⃣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The "Big Three" Modules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09605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7364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Repeater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22683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a single request here to tweak parameters and resend it as many times as you want. Perfect for testing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IDOR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XSS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509605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7364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Intruder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22683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fuzzer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Use this for brute-forcing logins or testing every input field for vulnerabilities.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509605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7364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Decoder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22683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Quickly convert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Base64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 encoding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Hex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leaving the app.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3121"/>
            <a:ext cx="5670590" cy="731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 Tip </a:t>
            </a:r>
            <a:r>
              <a:rPr lang="en-US" sz="4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💡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355353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Target Scope!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Always define your target domain so you don't accidentally intercept traffic from your background apps or other websites.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98388"/>
            <a:ext cx="30480" cy="1236107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789646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133737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07313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🎯 Defining your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Scope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keeps your testing focused, clean, and professional — a habit every serious security engineer should build from day one.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Custom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Roboto Slab</vt:lpstr>
      <vt:lpstr>Roboto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2026-03-08T08:57:53Z</dcterms:created>
  <dcterms:modified xsi:type="dcterms:W3CDTF">2026-03-08T08:59:19Z</dcterms:modified>
</cp:coreProperties>
</file>