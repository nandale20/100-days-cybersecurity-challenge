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35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Exploring the Power of Metasploit in Cybersecurity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journey into ethical hacking and penetration testing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Metasploit?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34649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of the most powerful frameworks in penetration testing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4276368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tool for developing, testing, and executing exploit code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206246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by security professionals worldwide for vulnerability assessment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74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Metasploit in Action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82131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541520"/>
            <a:ext cx="3137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Vulnerabilities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systems for security weaknesses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82131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Exploits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controlled attacks in safe environment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82131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Defenses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attack vectors to strengthen security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5553"/>
            <a:ext cx="59843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Learning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1449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969538"/>
            <a:ext cx="36647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3143845"/>
            <a:ext cx="366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Vulnerability Identification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3988594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to detect security flaws systematically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171748" y="261449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2969538"/>
            <a:ext cx="36648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10171748" y="3143845"/>
            <a:ext cx="31569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Controlled Exploitation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71748" y="3634264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attacks safely within authorized boundaries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511123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466278"/>
            <a:ext cx="7556421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6280190" y="56405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Defense Strategies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80190" y="61310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stronger security through attack knowledge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891397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Attack Techniques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3651409"/>
            <a:ext cx="280189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Learn to Attack?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4188619"/>
            <a:ext cx="8351996" cy="154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weaknesses before malicious actors do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security controls effectively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better defense strategies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ahead of evolving threats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0193"/>
            <a:ext cx="94116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Security Testing Tools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66260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513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Metasploit Console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0034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command-line interface for exploit execution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66260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513064"/>
            <a:ext cx="3155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Vulnerability Database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0034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Extensive collection of known security flaws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66260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513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Testing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0034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penetration testing workflows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003"/>
            <a:ext cx="60768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 Just for Attackers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Ethical Hackers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31517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 security testing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Teams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67606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defense strategies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 Tool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03694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security education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70121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Thinking Like an Attacker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0672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Mindset Shift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648432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is about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thinking like an attacker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defend like a pro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57831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adversarial tactics to build resilient systems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5508188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offensive knowledge into defensive strength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67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906441"/>
            <a:ext cx="28791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Essential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Metasploit is crucial for ethical hackers and security professionals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906441"/>
            <a:ext cx="32706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Controlled Environment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vulnerability identification and exploitation safely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64914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Stronger Defenses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396859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attack techniques builds better security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55113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Continuing the Journey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503062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Excited to deepen skills in penetration testing and vulnerability assessment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0115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path to becoming a security professional continues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267</Words>
  <Application>Microsoft Office PowerPoint</Application>
  <PresentationFormat>Custom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Inter Light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2026-03-19T16:29:49Z</dcterms:created>
  <dcterms:modified xsi:type="dcterms:W3CDTF">2026-03-19T16:31:54Z</dcterms:modified>
</cp:coreProperties>
</file>