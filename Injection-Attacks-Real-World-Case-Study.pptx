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Roboto" panose="02000000000000000000" pitchFamily="2" charset="0"/>
      <p:regular r:id="rId13"/>
    </p:embeddedFont>
    <p:embeddedFont>
      <p:font typeface="Roboto Slab" pitchFamily="2" charset="0"/>
      <p:regular r:id="rId14"/>
    </p:embeddedFont>
    <p:embeddedFont>
      <p:font typeface="Roboto Slab Light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9473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Injection Attacks — Real-World Case Study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Examining a high-impact SQL injection breach and practical defenses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96327"/>
            <a:ext cx="600170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Attack Surface: Search Field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016931"/>
            <a:ext cx="1849993" cy="11433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27271" y="40169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Unfiltered Input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927271" y="4507349"/>
            <a:ext cx="42461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Search box accepted raw user input — no sanitization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4016931"/>
            <a:ext cx="1850112" cy="11433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90484" y="40169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Back-end Exposure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590484" y="4507349"/>
            <a:ext cx="42461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 concatenation into SQL query reached customer DB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13679"/>
            <a:ext cx="630471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Breach Timeline (Condensed)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80190" y="272081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3075861"/>
            <a:ext cx="3664744" cy="30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80190" y="32501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Recon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6280190" y="3740587"/>
            <a:ext cx="36647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Attacker probes inputs and error messages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0171748" y="272081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1748" y="3075861"/>
            <a:ext cx="3664863" cy="30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171748" y="32501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Exploit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171748" y="3740587"/>
            <a:ext cx="36648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Payload injected into search parameter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6280190" y="486322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5195530"/>
            <a:ext cx="7556421" cy="30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80190" y="5392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Extraction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6280190" y="58829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data dump of customer records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03383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Impact at a Glance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3323868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1.2M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793790" y="4355663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Records Exposed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407093" y="3323868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$4.5M</a:t>
            </a:r>
            <a:endParaRPr lang="en-US" sz="5850" dirty="0"/>
          </a:p>
        </p:txBody>
      </p:sp>
      <p:sp>
        <p:nvSpPr>
          <p:cNvPr id="7" name="Text 4"/>
          <p:cNvSpPr/>
          <p:nvPr/>
        </p:nvSpPr>
        <p:spPr>
          <a:xfrm>
            <a:off x="3407093" y="4355663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Regulatory Fines (approx)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020395" y="3323868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Years</a:t>
            </a:r>
            <a:endParaRPr lang="en-US" sz="5850" dirty="0"/>
          </a:p>
        </p:txBody>
      </p:sp>
      <p:sp>
        <p:nvSpPr>
          <p:cNvPr id="9" name="Text 6"/>
          <p:cNvSpPr/>
          <p:nvPr/>
        </p:nvSpPr>
        <p:spPr>
          <a:xfrm>
            <a:off x="6020395" y="4355663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Reputation Recovery Time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020395" y="5200412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Multi-year brand and revenue impact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852" y="1484709"/>
            <a:ext cx="10142696" cy="464200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91188" y="2643694"/>
            <a:ext cx="652132" cy="65213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10178" y="4840974"/>
            <a:ext cx="1904228" cy="733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Exfiltration</a:t>
            </a:r>
            <a:endParaRPr lang="en-US" sz="23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03771" y="2644917"/>
            <a:ext cx="652132" cy="652133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610329" y="4840974"/>
            <a:ext cx="1904228" cy="733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Concatenated SQL</a:t>
            </a:r>
            <a:endParaRPr lang="en-US" sz="230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16964" y="2644917"/>
            <a:ext cx="652133" cy="652133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5223523" y="4840974"/>
            <a:ext cx="1904228" cy="733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Unsanitized Input</a:t>
            </a:r>
            <a:endParaRPr lang="en-US" sz="2300" dirty="0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417115" y="2644917"/>
            <a:ext cx="652133" cy="652133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2784546" y="5024387"/>
            <a:ext cx="1904228" cy="36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User Input</a:t>
            </a:r>
            <a:endParaRPr lang="en-US" sz="2300" dirty="0"/>
          </a:p>
        </p:txBody>
      </p:sp>
      <p:sp>
        <p:nvSpPr>
          <p:cNvPr id="11" name="Text 4"/>
          <p:cNvSpPr/>
          <p:nvPr/>
        </p:nvSpPr>
        <p:spPr>
          <a:xfrm>
            <a:off x="793790" y="638186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one unsanitized request escalated into full data exfiltration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311354"/>
            <a:ext cx="4205168" cy="56068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59981" y="2946916"/>
            <a:ext cx="479643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Defenses — Code Level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5559981" y="3740706"/>
            <a:ext cx="828413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Parameterized queries / Prepared Statements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ORM safely; avoid raw SQL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Input validation: whitelist over blacklist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Escape outputs where appropriate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27" y="1785580"/>
            <a:ext cx="8346519" cy="46584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32633" y="857607"/>
            <a:ext cx="4251841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Defenses — Testing &amp; Monitoring</a:t>
            </a:r>
            <a:endParaRPr lang="en-US" sz="3350" dirty="0"/>
          </a:p>
        </p:txBody>
      </p:sp>
      <p:sp>
        <p:nvSpPr>
          <p:cNvPr id="4" name="Shape 1"/>
          <p:cNvSpPr/>
          <p:nvPr/>
        </p:nvSpPr>
        <p:spPr>
          <a:xfrm>
            <a:off x="9632633" y="2163723"/>
            <a:ext cx="4251841" cy="1367671"/>
          </a:xfrm>
          <a:prstGeom prst="roundRect">
            <a:avLst>
              <a:gd name="adj" fmla="val 2361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78378" y="2409468"/>
            <a:ext cx="2690812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Regular Pen Tests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9878378" y="2950012"/>
            <a:ext cx="3760351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Scheduled and after major releases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9632633" y="3735586"/>
            <a:ext cx="4251841" cy="1703308"/>
          </a:xfrm>
          <a:prstGeom prst="roundRect">
            <a:avLst>
              <a:gd name="adj" fmla="val 1896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8378" y="3981331"/>
            <a:ext cx="2690812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Runtime Monitoring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9878378" y="4521875"/>
            <a:ext cx="3760351" cy="671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WAF + anomaly detection for suspicious queries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9632633" y="5643086"/>
            <a:ext cx="4251841" cy="1703308"/>
          </a:xfrm>
          <a:prstGeom prst="roundRect">
            <a:avLst>
              <a:gd name="adj" fmla="val 1896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78378" y="5888831"/>
            <a:ext cx="2690812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Error Hardening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878378" y="6429375"/>
            <a:ext cx="3760351" cy="671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Hide stack traces and DB errors from users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16423"/>
            <a:ext cx="559141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Interviewers Expect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3723561"/>
            <a:ext cx="755642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Explain SQLi vectors and mitigation succinctly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Show hands-on proof: exploit demo + fix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Mention secure design: least privilege, parameterization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Reference OWASP Top 10 and testing methodology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10" y="1233487"/>
            <a:ext cx="4221480" cy="422148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4341" y="1233487"/>
            <a:ext cx="4221599" cy="422159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7391" y="1233487"/>
            <a:ext cx="4221599" cy="4221599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93790" y="5941219"/>
            <a:ext cx="613326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Practical Artifacts to Include</a:t>
            </a:r>
            <a:endParaRPr lang="en-US" sz="3550" dirty="0"/>
          </a:p>
        </p:txBody>
      </p:sp>
      <p:sp>
        <p:nvSpPr>
          <p:cNvPr id="6" name="Text 1"/>
          <p:cNvSpPr/>
          <p:nvPr/>
        </p:nvSpPr>
        <p:spPr>
          <a:xfrm>
            <a:off x="793790" y="684835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 code, pentest notes, remediation plan — concise and reproducible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4359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Takeaways &amp; Next Steps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901315"/>
            <a:ext cx="3664744" cy="1669852"/>
          </a:xfrm>
          <a:prstGeom prst="roundRect">
            <a:avLst>
              <a:gd name="adj" fmla="val 2038"/>
            </a:avLst>
          </a:prstGeom>
          <a:solidFill>
            <a:srgbClr val="E9ECF2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31281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Prevention First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3618548"/>
            <a:ext cx="3211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Parameterize + validate inputs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348" y="2901315"/>
            <a:ext cx="3664863" cy="1669852"/>
          </a:xfrm>
          <a:prstGeom prst="roundRect">
            <a:avLst>
              <a:gd name="adj" fmla="val 2038"/>
            </a:avLst>
          </a:prstGeom>
          <a:solidFill>
            <a:srgbClr val="E9ECF2"/>
          </a:solidFill>
          <a:ln/>
        </p:spPr>
      </p:sp>
      <p:sp>
        <p:nvSpPr>
          <p:cNvPr id="8" name="Text 5"/>
          <p:cNvSpPr/>
          <p:nvPr/>
        </p:nvSpPr>
        <p:spPr>
          <a:xfrm>
            <a:off x="4912162" y="31281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Test Often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2162" y="3618548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+ manual pentesting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4797981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E9ECF2"/>
          </a:solidFill>
          <a:ln/>
        </p:spPr>
      </p:sp>
      <p:sp>
        <p:nvSpPr>
          <p:cNvPr id="11" name="Text 8"/>
          <p:cNvSpPr/>
          <p:nvPr/>
        </p:nvSpPr>
        <p:spPr>
          <a:xfrm>
            <a:off x="1020604" y="50247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Prepare to Explain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0604" y="5515213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Include demo, fix, and impact in interviews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93790" y="636008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this case to build interview stories and lab exercises. Theme color: #3257b8ff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270</Words>
  <Application>Microsoft Office PowerPoint</Application>
  <PresentationFormat>Custom</PresentationFormat>
  <Paragraphs>67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Roboto</vt:lpstr>
      <vt:lpstr>Roboto Slab Light</vt:lpstr>
      <vt:lpstr>Roboto Slab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lee k</cp:lastModifiedBy>
  <cp:revision>2</cp:revision>
  <dcterms:created xsi:type="dcterms:W3CDTF">2026-02-24T10:55:13Z</dcterms:created>
  <dcterms:modified xsi:type="dcterms:W3CDTF">2026-02-24T11:01:08Z</dcterms:modified>
</cp:coreProperties>
</file>