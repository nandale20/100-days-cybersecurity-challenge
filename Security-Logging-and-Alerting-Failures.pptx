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Roboto" panose="02000000000000000000" pitchFamily="2" charset="0"/>
      <p:regular r:id="rId9"/>
      <p:bold r:id="rId10"/>
    </p:embeddedFont>
    <p:embeddedFont>
      <p:font typeface="Roboto Slab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9" d="100"/>
          <a:sy n="39" d="100"/>
        </p:scale>
        <p:origin x="3566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0E8523-B40D-D781-8914-7840EE764F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1AA80-CBE1-4BAA-7D63-DB0E905F39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8BDBA-D508-4FC3-8C08-A490FAEC6D0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6E3BC-9435-16BA-F8D4-5887B9E6ED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37747-4F3A-C8DE-9867-B618F18413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E993C-8251-4838-8C28-FB296861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915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60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70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275999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 Logging and Alerting Failures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555081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Security Logging and Alerting Failures occur when an application fails to record security-significant events or fails to notify administrators of suspicious activity in real-time, allowing attackers to maintain undetected persistence.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Common Causes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2598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125980"/>
            <a:ext cx="121920" cy="24566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383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Insufficient Logging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287369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Failing to log critical events like failed logins, high-value transactions, or access control bypasses.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212598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2125980"/>
            <a:ext cx="121920" cy="24566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2383274"/>
            <a:ext cx="29415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Lack of Centralisation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5696" y="287369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Storing logs locally on individual servers where they can be easily deleted or tampered with by an attacker.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212598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2125980"/>
            <a:ext cx="121920" cy="24566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2383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Inadequate Alerting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8868" y="287369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Generating logs but failing to set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"threshold alerts"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(e.g., 100 failed requests from one IP in a minute).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480941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09411"/>
            <a:ext cx="121920" cy="24566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 Injection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142524" y="555712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Allowing attackers to submit malicious data that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"breaks"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log format or hides their tracks.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216962" y="480941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4809411"/>
            <a:ext cx="121920" cy="245661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5696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"Noise" Problem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5565696" y="555712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Generating so many low-priority alerts that security teams suffer from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"alert fatigue"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miss the real threats.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376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Impact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80190" y="1537216"/>
            <a:ext cx="7556421" cy="1147405"/>
          </a:xfrm>
          <a:prstGeom prst="roundRect">
            <a:avLst>
              <a:gd name="adj" fmla="val 2669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484263" y="174128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Delayed Detection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84263" y="2170271"/>
            <a:ext cx="714827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Attackers can remain inside a network for months (the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"dwell time"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problem).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80190" y="2868335"/>
            <a:ext cx="7556421" cy="1457682"/>
          </a:xfrm>
          <a:prstGeom prst="roundRect">
            <a:avLst>
              <a:gd name="adj" fmla="val 2101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6484263" y="307240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Forensic Blind Spots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84263" y="3501390"/>
            <a:ext cx="714827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Inability to determine what data was accessed or how the breach occurred during an investigation.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80190" y="4509730"/>
            <a:ext cx="7556421" cy="1457682"/>
          </a:xfrm>
          <a:prstGeom prst="roundRect">
            <a:avLst>
              <a:gd name="adj" fmla="val 2101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6484263" y="471380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Regulatory Fines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84263" y="5142786"/>
            <a:ext cx="714827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Non-compliance with frameworks like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GDPR, HIPAA, or PCI-DSS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mandate audit trails.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0190" y="6151126"/>
            <a:ext cx="7556421" cy="1457682"/>
          </a:xfrm>
          <a:prstGeom prst="roundRect">
            <a:avLst>
              <a:gd name="adj" fmla="val 2101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6484263" y="635519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Compromise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84263" y="6784181"/>
            <a:ext cx="714827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Attackers can escalate privileges and wipe logs to become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"invisible"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residents in the system.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33770"/>
            <a:ext cx="5332809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Preventive Measures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85813" y="1701403"/>
            <a:ext cx="479941" cy="47994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865763" y="1741349"/>
            <a:ext cx="319921" cy="39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66255" y="1774627"/>
            <a:ext cx="279546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 the "Right" Events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66255" y="2228255"/>
            <a:ext cx="1237833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all login, access control, and server-side input validation failures are recorded with sufficient user context.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85813" y="2960489"/>
            <a:ext cx="479941" cy="47994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865763" y="3000435"/>
            <a:ext cx="319921" cy="39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466255" y="3033713"/>
            <a:ext cx="266640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Centralised SIEM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66255" y="3487341"/>
            <a:ext cx="1237833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Information and Event Management (SIEM)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tool (e.g., Splunk, ELK, Azure Sentinel) to aggregate and analyse logs.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85813" y="4219575"/>
            <a:ext cx="479941" cy="47994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865763" y="4259520"/>
            <a:ext cx="319921" cy="39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466255" y="4292798"/>
            <a:ext cx="266640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Immutable Logs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66255" y="4746427"/>
            <a:ext cx="1237833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"Write Once, Read Many" (WORM)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storage or off-site logging to prevent attackers from deleting evidence.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85813" y="5478661"/>
            <a:ext cx="479941" cy="47994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865763" y="5518606"/>
            <a:ext cx="319921" cy="39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466255" y="5551884"/>
            <a:ext cx="266640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Alerting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66255" y="6005513"/>
            <a:ext cx="1237833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clear escalation paths for high-impact alerts to ensure a response within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minutes, not days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85813" y="6737747"/>
            <a:ext cx="479941" cy="47994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865763" y="6777692"/>
            <a:ext cx="319921" cy="39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466255" y="6810970"/>
            <a:ext cx="266640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Regular Testing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66255" y="7264598"/>
            <a:ext cx="1237833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"Purple Team"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exercises where the red team attacks and the blue team verifies that the alerts actually triggered.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773549"/>
            <a:ext cx="2215753" cy="370642"/>
          </a:xfrm>
          <a:prstGeom prst="roundRect">
            <a:avLst>
              <a:gd name="adj" fmla="val 6609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916186" y="834747"/>
            <a:ext cx="197096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CASE STUDY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217652"/>
            <a:ext cx="560986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"Invisible" Intruder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6867" y="2131100"/>
            <a:ext cx="3823097" cy="5324951"/>
          </a:xfrm>
          <a:prstGeom prst="roundRect">
            <a:avLst>
              <a:gd name="adj" fmla="val 801"/>
            </a:avLst>
          </a:prstGeom>
          <a:solidFill>
            <a:srgbClr val="3257B8"/>
          </a:solidFill>
          <a:ln/>
        </p:spPr>
      </p:sp>
      <p:sp>
        <p:nvSpPr>
          <p:cNvPr id="7" name="Text 4"/>
          <p:cNvSpPr/>
          <p:nvPr/>
        </p:nvSpPr>
        <p:spPr>
          <a:xfrm>
            <a:off x="850940" y="231481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Incident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50940" y="2817376"/>
            <a:ext cx="3414951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major healthcare provider suffered a breach where attackers used </a:t>
            </a: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credential stuffing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access patient records.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0940" y="424219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Failure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0940" y="4744760"/>
            <a:ext cx="3414951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logged the failed attempts, but because there was </a:t>
            </a: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alerting mechanism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"multiple failed logins from a single IP," the attack continued for </a:t>
            </a: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weeks unnoticed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28580" y="231481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Result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28580" y="2817376"/>
            <a:ext cx="3529251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500,000+ patient records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were exfiltrated. The breach was only discovered when the database performance dropped due to the massive data export—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because of a security alert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28580" y="4885730"/>
            <a:ext cx="3529251" cy="2363629"/>
          </a:xfrm>
          <a:prstGeom prst="roundRect">
            <a:avLst>
              <a:gd name="adj" fmla="val 1296"/>
            </a:avLst>
          </a:prstGeom>
          <a:solidFill>
            <a:srgbClr val="C3CFE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5183148"/>
            <a:ext cx="255151" cy="2040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91877" y="5120402"/>
            <a:ext cx="2661880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case illustrates the critical cost of inadequate alerting: detection came too late, and only through an indirect performance signal — not a security mechanism.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Custom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Roboto Slab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2026-03-06T10:40:43Z</dcterms:created>
  <dcterms:modified xsi:type="dcterms:W3CDTF">2026-03-06T10:42:12Z</dcterms:modified>
</cp:coreProperties>
</file>