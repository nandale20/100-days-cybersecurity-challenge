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4630400" cy="8229600"/>
  <p:notesSz cx="8229600" cy="14630400"/>
  <p:embeddedFontLst>
    <p:embeddedFont>
      <p:font typeface="Consolas" panose="020B0609020204030204" pitchFamily="49" charset="0"/>
      <p:regular r:id="rId8"/>
      <p:bold r:id="rId9"/>
      <p:italic r:id="rId10"/>
      <p:boldItalic r:id="rId11"/>
    </p:embeddedFont>
    <p:embeddedFont>
      <p:font typeface="Inter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80430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402211"/>
            <a:ext cx="7556421" cy="1425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🛠️ The Kali Linux Starter Pack (2026 Edition)</a:t>
            </a:r>
            <a:endParaRPr lang="en-US" sz="4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18342"/>
            <a:ext cx="954678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Essentials (Navigation &amp; Files)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8074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are your bread and butter. You can't hack what you can't find.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798802"/>
            <a:ext cx="4196358" cy="2092762"/>
          </a:xfrm>
          <a:prstGeom prst="roundRect">
            <a:avLst>
              <a:gd name="adj" fmla="val 6991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3310" y="2798802"/>
            <a:ext cx="121920" cy="2092762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6" name="Text 4"/>
          <p:cNvSpPr/>
          <p:nvPr/>
        </p:nvSpPr>
        <p:spPr>
          <a:xfrm>
            <a:off x="1142524" y="3056096"/>
            <a:ext cx="3590330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pwd</a:t>
            </a: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– Print Working Directory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2524" y="3908465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 exactly where you are in the file system.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2798802"/>
            <a:ext cx="4196358" cy="2092762"/>
          </a:xfrm>
          <a:prstGeom prst="roundRect">
            <a:avLst>
              <a:gd name="adj" fmla="val 6991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86482" y="2798802"/>
            <a:ext cx="121920" cy="2092762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10" name="Text 8"/>
          <p:cNvSpPr/>
          <p:nvPr/>
        </p:nvSpPr>
        <p:spPr>
          <a:xfrm>
            <a:off x="5565696" y="3056096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ls -la</a:t>
            </a: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– List All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565696" y="3554135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Shows all files, including hidden ones, with detailed permissions.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2798802"/>
            <a:ext cx="4196358" cy="2092762"/>
          </a:xfrm>
          <a:prstGeom prst="roundRect">
            <a:avLst>
              <a:gd name="adj" fmla="val 6991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9653" y="2798802"/>
            <a:ext cx="121920" cy="2092762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14" name="Text 12"/>
          <p:cNvSpPr/>
          <p:nvPr/>
        </p:nvSpPr>
        <p:spPr>
          <a:xfrm>
            <a:off x="9988868" y="3056096"/>
            <a:ext cx="3268861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cd ..</a:t>
            </a: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– Change Directory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988868" y="3554135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Move up one level in the folder hierarchy.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118378"/>
            <a:ext cx="4196358" cy="2092762"/>
          </a:xfrm>
          <a:prstGeom prst="roundRect">
            <a:avLst>
              <a:gd name="adj" fmla="val 6991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3310" y="5118378"/>
            <a:ext cx="121920" cy="2092762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18" name="Text 16"/>
          <p:cNvSpPr/>
          <p:nvPr/>
        </p:nvSpPr>
        <p:spPr>
          <a:xfrm>
            <a:off x="1142524" y="5375672"/>
            <a:ext cx="3590330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cat filename.txt</a:t>
            </a: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– Concatenate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142524" y="6228040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Quickly view the contents of a file in the terminal.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5216962" y="5118378"/>
            <a:ext cx="4196358" cy="2092762"/>
          </a:xfrm>
          <a:prstGeom prst="roundRect">
            <a:avLst>
              <a:gd name="adj" fmla="val 6991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86482" y="5118378"/>
            <a:ext cx="121920" cy="2092762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22" name="Text 20"/>
          <p:cNvSpPr/>
          <p:nvPr/>
        </p:nvSpPr>
        <p:spPr>
          <a:xfrm>
            <a:off x="5565696" y="5375672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sudo su</a:t>
            </a: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– Superuser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565696" y="5873710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Switch to root privileges (use with caution!).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22709"/>
            <a:ext cx="7556421" cy="1204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Network Reconnaissance (Scanning)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6280190" y="2173367"/>
            <a:ext cx="755642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Information gathering is 90% of the job.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280190" y="2642949"/>
            <a:ext cx="7556421" cy="1093113"/>
          </a:xfrm>
          <a:prstGeom prst="roundRect">
            <a:avLst>
              <a:gd name="adj" fmla="val 740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80572" y="2843332"/>
            <a:ext cx="2409944" cy="308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ifconfig</a:t>
            </a: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/ </a:t>
            </a:r>
            <a:r>
              <a:rPr lang="en-US" sz="185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ip a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480572" y="3250406"/>
            <a:ext cx="715565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your IP address and network interface status.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80190" y="3899892"/>
            <a:ext cx="7556421" cy="1093113"/>
          </a:xfrm>
          <a:prstGeom prst="roundRect">
            <a:avLst>
              <a:gd name="adj" fmla="val 740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80572" y="4100274"/>
            <a:ext cx="2409944" cy="308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nmap -sV -A [target]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6480572" y="4507349"/>
            <a:ext cx="715565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"Swiss Army Knife." Detects service versions and OS details.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280190" y="5156835"/>
            <a:ext cx="7556421" cy="1093113"/>
          </a:xfrm>
          <a:prstGeom prst="roundRect">
            <a:avLst>
              <a:gd name="adj" fmla="val 740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80572" y="5357217"/>
            <a:ext cx="2575560" cy="308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netdiscover -r [range]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6480572" y="5764292"/>
            <a:ext cx="715565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Quickly find live hosts on a local network.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80190" y="6413778"/>
            <a:ext cx="7556421" cy="1093113"/>
          </a:xfrm>
          <a:prstGeom prst="roundRect">
            <a:avLst>
              <a:gd name="adj" fmla="val 740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80572" y="6614160"/>
            <a:ext cx="2409944" cy="308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ping [target]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6480572" y="7021235"/>
            <a:ext cx="715565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if a host is reachable.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62902"/>
            <a:ext cx="1133236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Package Management (Staying Updated)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42530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hacker is only as good as their tools. Keep them sharp.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04336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4398407"/>
            <a:ext cx="4196358" cy="3048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6" name="Text 4"/>
          <p:cNvSpPr/>
          <p:nvPr/>
        </p:nvSpPr>
        <p:spPr>
          <a:xfrm>
            <a:off x="793790" y="4572714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update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5070753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Refresh the list of available packages.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5216962" y="404336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16962" y="4398407"/>
            <a:ext cx="4196358" cy="3048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0" name="Text 8"/>
          <p:cNvSpPr/>
          <p:nvPr/>
        </p:nvSpPr>
        <p:spPr>
          <a:xfrm>
            <a:off x="5216962" y="4572714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upgrade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216962" y="5070753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Install the latest versions of your tools.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9640133" y="404336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9640133" y="4398407"/>
            <a:ext cx="4196358" cy="3048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4" name="Text 12"/>
          <p:cNvSpPr/>
          <p:nvPr/>
        </p:nvSpPr>
        <p:spPr>
          <a:xfrm>
            <a:off x="9640133" y="4572714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apt search [tool]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640133" y="5070753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 a specific tool in the Kali repository.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626507"/>
            <a:ext cx="7556421" cy="1346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Power Tools (The "Big Three")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793790" y="2280404"/>
            <a:ext cx="7556421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you're talking Kali, you have to mention these:</a:t>
            </a:r>
            <a:endParaRPr lang="en-US" sz="1650" dirty="0"/>
          </a:p>
        </p:txBody>
      </p:sp>
      <p:sp>
        <p:nvSpPr>
          <p:cNvPr id="5" name="Shape 2"/>
          <p:cNvSpPr/>
          <p:nvPr/>
        </p:nvSpPr>
        <p:spPr>
          <a:xfrm>
            <a:off x="793790" y="2846784"/>
            <a:ext cx="3675817" cy="2443877"/>
          </a:xfrm>
          <a:prstGeom prst="roundRect">
            <a:avLst>
              <a:gd name="adj" fmla="val 370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16794" y="3069788"/>
            <a:ext cx="646390" cy="646390"/>
          </a:xfrm>
          <a:prstGeom prst="roundRect">
            <a:avLst>
              <a:gd name="adj" fmla="val 14144844"/>
            </a:avLst>
          </a:prstGeom>
          <a:solidFill>
            <a:srgbClr val="4950BC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94554" y="3247430"/>
            <a:ext cx="290870" cy="29087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16794" y="3920847"/>
            <a:ext cx="2693551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msfconsole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1016794" y="4395430"/>
            <a:ext cx="3229808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Launches the Metasploit Framework for exploitation.</a:t>
            </a:r>
            <a:endParaRPr lang="en-US" sz="1650" dirty="0"/>
          </a:p>
        </p:txBody>
      </p:sp>
      <p:sp>
        <p:nvSpPr>
          <p:cNvPr id="10" name="Shape 6"/>
          <p:cNvSpPr/>
          <p:nvPr/>
        </p:nvSpPr>
        <p:spPr>
          <a:xfrm>
            <a:off x="4674275" y="2846784"/>
            <a:ext cx="3675936" cy="2443877"/>
          </a:xfrm>
          <a:prstGeom prst="roundRect">
            <a:avLst>
              <a:gd name="adj" fmla="val 370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897279" y="3069788"/>
            <a:ext cx="646390" cy="646390"/>
          </a:xfrm>
          <a:prstGeom prst="roundRect">
            <a:avLst>
              <a:gd name="adj" fmla="val 14144844"/>
            </a:avLst>
          </a:prstGeom>
          <a:solidFill>
            <a:srgbClr val="4950BC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75039" y="3247430"/>
            <a:ext cx="290870" cy="29087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897279" y="3920847"/>
            <a:ext cx="2693551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wireshark</a:t>
            </a:r>
            <a:endParaRPr lang="en-US" sz="2100" dirty="0"/>
          </a:p>
        </p:txBody>
      </p:sp>
      <p:sp>
        <p:nvSpPr>
          <p:cNvPr id="14" name="Text 9"/>
          <p:cNvSpPr/>
          <p:nvPr/>
        </p:nvSpPr>
        <p:spPr>
          <a:xfrm>
            <a:off x="4897279" y="4395430"/>
            <a:ext cx="3229928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Opens the GUI for deep packet analysis.</a:t>
            </a:r>
            <a:endParaRPr lang="en-US" sz="1650" dirty="0"/>
          </a:p>
        </p:txBody>
      </p:sp>
      <p:sp>
        <p:nvSpPr>
          <p:cNvPr id="15" name="Shape 10"/>
          <p:cNvSpPr/>
          <p:nvPr/>
        </p:nvSpPr>
        <p:spPr>
          <a:xfrm>
            <a:off x="793790" y="5495330"/>
            <a:ext cx="7556421" cy="2107763"/>
          </a:xfrm>
          <a:prstGeom prst="roundRect">
            <a:avLst>
              <a:gd name="adj" fmla="val 429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016794" y="5718334"/>
            <a:ext cx="646390" cy="646390"/>
          </a:xfrm>
          <a:prstGeom prst="roundRect">
            <a:avLst>
              <a:gd name="adj" fmla="val 14144844"/>
            </a:avLst>
          </a:prstGeom>
          <a:solidFill>
            <a:srgbClr val="4950BC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94554" y="5895975"/>
            <a:ext cx="290870" cy="29087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16794" y="6569393"/>
            <a:ext cx="3807857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john --wordlist=[path] [hash]</a:t>
            </a:r>
            <a:endParaRPr lang="en-US" sz="2100" dirty="0"/>
          </a:p>
        </p:txBody>
      </p:sp>
      <p:sp>
        <p:nvSpPr>
          <p:cNvPr id="19" name="Text 13"/>
          <p:cNvSpPr/>
          <p:nvPr/>
        </p:nvSpPr>
        <p:spPr>
          <a:xfrm>
            <a:off x="1016794" y="7043976"/>
            <a:ext cx="7110412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Uses John the Ripper to crack password hashes.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300</Words>
  <Application>Microsoft Office PowerPoint</Application>
  <PresentationFormat>Custom</PresentationFormat>
  <Paragraphs>47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Consolas</vt:lpstr>
      <vt:lpstr>Inter</vt:lpstr>
      <vt:lpstr>Inter Light</vt:lpstr>
      <vt:lpstr>Inter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lee k</cp:lastModifiedBy>
  <cp:revision>2</cp:revision>
  <dcterms:created xsi:type="dcterms:W3CDTF">2026-03-23T10:09:49Z</dcterms:created>
  <dcterms:modified xsi:type="dcterms:W3CDTF">2026-03-23T10:12:27Z</dcterms:modified>
</cp:coreProperties>
</file>