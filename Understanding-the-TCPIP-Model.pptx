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20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the TCP/IP Model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universal language of the internet that powers every bit of data you see online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8914"/>
            <a:ext cx="100547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Four Layers, One Unified Framework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13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TCP/IP model is the practical architecture used to transmit data across networks worldwide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69375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803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9422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HTTP, SMTP protocols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569375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3803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Transport Layer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429422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TCP, UDP protocols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118378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224" y="5352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Internet Layer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8224" y="5843230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addressing, routing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118378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982" y="5352812"/>
            <a:ext cx="3117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Access Layer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584323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transmission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Layer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333869"/>
            <a:ext cx="3354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User Data Begins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915013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emails, webpages into network-ready format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844891"/>
            <a:ext cx="420516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for webpages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for emails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communication details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874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Transport Layer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186940"/>
            <a:ext cx="6524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Host-to-host communication and data integrity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280190" y="2881432"/>
            <a:ext cx="7556421" cy="1866900"/>
          </a:xfrm>
          <a:prstGeom prst="roundRect">
            <a:avLst>
              <a:gd name="adj" fmla="val 510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10670" y="2911912"/>
            <a:ext cx="907256" cy="1805940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0348" y="3644741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4740" y="3138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TCP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44740" y="3629144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Breaks data into segments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444740" y="4128135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correct order, error-free delivery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80190" y="4975146"/>
            <a:ext cx="7556421" cy="1866900"/>
          </a:xfrm>
          <a:prstGeom prst="roundRect">
            <a:avLst>
              <a:gd name="adj" fmla="val 510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10670" y="5005626"/>
            <a:ext cx="907256" cy="1805940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0348" y="5738455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44740" y="52324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UDP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444740" y="5722858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Faster, "best-effort" delivery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444740" y="6221849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live video streaming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982" y="518517"/>
            <a:ext cx="4713923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Internet Layer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09982" y="1170265"/>
            <a:ext cx="247590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GPS of the model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09982" y="4365903"/>
            <a:ext cx="82956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IP addresses to package segments into packets and route across networks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09982" y="4783098"/>
            <a:ext cx="82956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the best path for data to reach its destination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339" y="1876306"/>
            <a:ext cx="4254579" cy="5672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97850"/>
            <a:ext cx="62381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Access Layer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96025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Fiber Optic Cables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450675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High-speed data transmission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96025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Ethernet Wires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450675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network connections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96025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Wi-Fi Signals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450675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Wireless data transfer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0687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hardware-level details including MAC addresses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0232" y="515064"/>
            <a:ext cx="5174099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Encapsulation Process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00232" y="1400889"/>
            <a:ext cx="12829937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adds specific header information, creating a nested package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32" y="1842968"/>
            <a:ext cx="12829937" cy="58715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98217" y="2435394"/>
            <a:ext cx="3128236" cy="70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Internet &amp; Network Access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98217" y="3245834"/>
            <a:ext cx="3128236" cy="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IP and link headers for delivery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241468" y="4542696"/>
            <a:ext cx="2838118" cy="35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Transport Layer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03627" y="4998372"/>
            <a:ext cx="2875959" cy="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Prepends transport header (ports)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98217" y="5539191"/>
            <a:ext cx="2838118" cy="354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Layer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298217" y="5994867"/>
            <a:ext cx="3128236" cy="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application header and payload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47418"/>
            <a:ext cx="67295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96358"/>
            <a:ext cx="3664744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224" y="25307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717840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3438049"/>
            <a:ext cx="30109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Communication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3928467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protocol at work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2296358"/>
            <a:ext cx="3664863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19782" y="25307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6948" y="2717840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782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Browsing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9782" y="392846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protocol in action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4752618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28224" y="49870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174099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224" y="5894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Video Streaming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8224" y="638472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protocol for speed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093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71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39142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94966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Four-layer framework powers the internet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479440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user applications to physical transmission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3871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0963" y="39142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394966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Each layer has specific responsibilities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479440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Application, Transport, Internet, Network Access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3871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63065" y="39142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394966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Encapsulation ensures reliable delivery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15111" y="479440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 added at each layer for accurate routing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228" y="588764"/>
            <a:ext cx="7698343" cy="645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0"/>
              </a:lnSpc>
              <a:buNone/>
            </a:pPr>
            <a:r>
              <a:rPr lang="en-US" sz="8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Foundation of Digital Communication</a:t>
            </a:r>
            <a:endParaRPr lang="en-US" sz="8100" dirty="0"/>
          </a:p>
        </p:txBody>
      </p:sp>
      <p:sp>
        <p:nvSpPr>
          <p:cNvPr id="4" name="Text 1"/>
          <p:cNvSpPr/>
          <p:nvPr/>
        </p:nvSpPr>
        <p:spPr>
          <a:xfrm>
            <a:off x="6209228" y="7325201"/>
            <a:ext cx="769834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TCP/IP is essential for navigating modern networking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Custom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2026-03-30T11:32:02Z</dcterms:created>
  <dcterms:modified xsi:type="dcterms:W3CDTF">2026-03-30T11:33:23Z</dcterms:modified>
</cp:coreProperties>
</file>